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Automatic Network Vulnerability  Scanner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Automatic Network Vulnerability Scanners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Automatic network vulnerability scanners are tools designed to identify security weaknesses in network systems efficiently.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automate the process of scanning networks for potential vulnerabilities, saving time and resources.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scanners are essential for maintaining an up-to-date security posture in modern IT environments.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Vulnerability Scanning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Regular vulnerability scanning helps organizations detect and remediate security flaws before exploitation occurs.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supports compliance with industry standards and regulations such as PCI DSS, HIPAA, and GDPR.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Proactive scanning reduces the risk of data breaches and minimizes potential damage from cyber attacks.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Key Features of Vulnerability Scanners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Automated detection of known vulnerabilities, misconfigurations, and weaknesses in network devices and applications.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Reporting capabilities that provide detailed insights and prioritized remediation suggestions.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options with other security tools for comprehensive vulnerability management.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of Vulnerability Scanners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Network-based scanners examine network devices, servers, and infrastructure components.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 scanners focus on web applications and software for security flaws like SQL injection or XSS.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Credentialed scanners use authenticated access to perform deeper scans and identify hidden vulnerabilities.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Vulnerability Scanner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Nessus is a popular scanner known for its extensive plugin library and ease of use.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OpenVAS offers an open-source solution suitable for small to medium-sized organizations.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Qualys Vulnerability Management provides cloud-based scanning with comprehensive reporting features.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How Automatic Scanners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They perform initial reconnaissance to identify network assets and open ports.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scanner then runs a series of tests against known vulnerabilities and misconfigurations.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Results are compiled into reports that highlight critical issues and suggest remediation steps.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Benefits of Using Automatic Vulnerability Scanners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Increased efficiency by automating repetitive and time-consuming scanning tasks.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Improved accuracy due to consistent testing against a database of known vulnerabilities.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monitoring capabilities enable real-time detection of new vulnerabilities.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Limitations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False positives can occur, leading to unnecessary remediation efforts.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Scanners may not detect zero-day vulnerabilities or newly discovered threats immediately.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configuration and regular updates are essential to ensure scanner effectiveness.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Best Practices for Implementation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Schedule regular scans and integrate them into the overall security management process.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Combine automated scans with manual testing for comprehensive coverage.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Always review scan results carefully and prioritize remediation based on risk levels.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Future Trends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Automatic network vulnerability scanners are vital tools for proactive cybersecurity defense.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Advances in AI and machine learning are expected to enhance scan accuracy and threat detection.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updates and integration with broader security frameworks will improve overall network resilience.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Network Vulnerability  Scanner</dc:title>
  <dc:subject>Automatic Network Vulnerability  Scanner</dc:subject>
  <dc:creator>SlideMake.com</dc:creator>
  <cp:lastModifiedBy>SlideMake.com</cp:lastModifiedBy>
  <cp:revision>1</cp:revision>
  <dcterms:created xsi:type="dcterms:W3CDTF">2026-06-28T04:13:13Z</dcterms:created>
  <dcterms:modified xsi:type="dcterms:W3CDTF">2026-06-28T04:13:13Z</dcterms:modified>
</cp:coreProperties>
</file>